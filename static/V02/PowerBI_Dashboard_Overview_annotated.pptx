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3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k Dau | Doerffler" userId="0d9cf684-936c-4a73-8e54-31470c71bcbf" providerId="ADAL" clId="{6CBFFDDE-BA6A-4598-9D42-7BC174DB8F58}"/>
    <pc:docChg chg="modSld">
      <pc:chgData name="Dominik Dau | Doerffler" userId="0d9cf684-936c-4a73-8e54-31470c71bcbf" providerId="ADAL" clId="{6CBFFDDE-BA6A-4598-9D42-7BC174DB8F58}" dt="2023-03-01T13:48:25.609" v="2" actId="1076"/>
      <pc:docMkLst>
        <pc:docMk/>
      </pc:docMkLst>
      <pc:sldChg chg="modSp mod">
        <pc:chgData name="Dominik Dau | Doerffler" userId="0d9cf684-936c-4a73-8e54-31470c71bcbf" providerId="ADAL" clId="{6CBFFDDE-BA6A-4598-9D42-7BC174DB8F58}" dt="2023-03-01T13:48:25.609" v="2" actId="1076"/>
        <pc:sldMkLst>
          <pc:docMk/>
          <pc:sldMk cId="1774758054" sldId="256"/>
        </pc:sldMkLst>
        <pc:spChg chg="mod">
          <ac:chgData name="Dominik Dau | Doerffler" userId="0d9cf684-936c-4a73-8e54-31470c71bcbf" providerId="ADAL" clId="{6CBFFDDE-BA6A-4598-9D42-7BC174DB8F58}" dt="2023-03-01T13:48:25.609" v="2" actId="1076"/>
          <ac:spMkLst>
            <pc:docMk/>
            <pc:sldMk cId="1774758054" sldId="256"/>
            <ac:spMk id="18" creationId="{70F1F58C-5639-B93A-B17D-C30CAFBFFBD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E2D3A-4858-7EA3-1292-C0DBCFB8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50BCD6-F804-D281-5577-5758AA5AA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4B5BAC-B0E7-311F-516E-8A78DDD7B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D7E873-5D15-9D23-7C2C-B4144435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9B4B7A-E5E3-6DBB-2997-F30BAFDF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816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13DB0-A9A7-93E9-906A-93F90795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191754-0647-81C8-EC56-D4E58C9B8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166EFD-3319-6336-E0DE-AB5AF2A7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155C8-7A6D-E918-A15F-E70BBF08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E3B1FA-88CD-97E8-DFD6-110AD40E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358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39C7D-EE1C-07D9-27FA-690B9444A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0EA97A-C1CB-D3CD-CE6D-2B5E4BA17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749BE6-88F9-6FAC-F8FA-D91B5C835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8F61AF-F30A-315B-D071-9D5745E6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507B69-9ED0-29D5-73F7-08D7E811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6687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416AE-B8AC-706E-9B5D-A31F82C1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FCE445-033F-A389-B3B1-94DC732DD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08F101-32A5-4CDE-FE09-6A2F36037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5D4D08-C7B9-1562-3C1D-55AF474B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F364F1-032B-A0ED-1232-ADD7856B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C494C-3B5A-68E6-F167-EF445BEB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22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9DE28-15E4-73E2-42CD-6F9439926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9CCD6A-212A-9C36-D2B4-215E78917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2051B0-850A-DBAF-5DEA-CF23ECA3F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1671CEF-5B90-9EDB-1704-E82B2A370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AA79E13-23A4-A9AA-1758-E9B0B5752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1705938-FE0B-FEED-7404-483A84E8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F7A7B47-ACD9-28A5-7C87-3CC4B3ABE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A19736B-ED0A-44CD-ADDB-D56E16A52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25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641FD-5A9B-969F-A2B6-4ADC650F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B023BF-F2B4-8BAD-03BA-DB00F34D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2AB17E-05B5-D157-4055-DFD68F99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E3C809-8747-73CD-5ECC-787BFC5F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503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05A11C6-1ECD-8E59-AFF6-9570DB99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8BA2ED-3809-F3C5-DA6A-3EB9B425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090F150-1955-861A-60B2-6C2D4C22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6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44C321-5A64-126F-F004-A3C6B194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4D655F-8E01-F669-E191-9BCC5F989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21BD47-DE7E-F119-C552-E3A86B03A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3BE4D8-ED41-1E77-6B68-22A7DB15A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D83140-AFDA-1BAB-3DCC-82063FBA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7303AA-80F4-9211-580E-53D12672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613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7D1466-A008-C4F0-B6E1-575BF4A5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8A80DEC-359A-1676-C0FD-1F0286B72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684E83-D29C-A6A6-17ED-CC4379189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239338-FBF4-1AE0-C280-7A86828D7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D46C27-AB6C-EB4E-14C9-DED4EC35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1BBA7A4-B570-F816-A805-244FFD55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447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D9E9A-E1DB-1B34-1805-D39F322D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39593F-99D5-B7EB-D758-562C918DE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C7C331-B6F4-2046-AA25-FC2A8D0D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EF2301-5273-ED77-13AA-C9F44EDB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96E562-E264-5039-999F-6E169838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66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803E4C-7EB7-FD40-FA3B-AF99EFAFED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BCD19C-9296-C041-ECF5-7CB2E3F7D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07B105-DE30-0546-17B7-AAB5CCF1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A10D69-F641-CE0E-2BA4-1EFC96F3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67D8D0-13EB-42D3-1EB3-D31C3EDB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438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F0B00B0-DA85-2636-B079-A4FE1011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90786F-BA3E-7643-C219-7FD1EF24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F16423-D4F7-9886-B27A-CE6D1EE6B9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B235A-BEF5-4346-A71F-3DD8F72DBB52}" type="datetimeFigureOut">
              <a:rPr lang="de-DE" smtClean="0"/>
              <a:t>01.03.2023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929A8D-177F-618C-4502-15C31AEEF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454335-6CC3-FE1B-C000-612063AFD6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AEA35-396F-487C-ADB5-DAC8C2880DE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66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B568907-89CD-7004-89EF-C2784BCCEA70}"/>
              </a:ext>
            </a:extLst>
          </p:cNvPr>
          <p:cNvGrpSpPr/>
          <p:nvPr/>
        </p:nvGrpSpPr>
        <p:grpSpPr>
          <a:xfrm>
            <a:off x="1219457" y="566973"/>
            <a:ext cx="10013576" cy="6100342"/>
            <a:chOff x="1219457" y="566973"/>
            <a:chExt cx="10013576" cy="6100342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EC915563-BA7E-DAC3-F1D1-B75DB4F11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457" y="615766"/>
              <a:ext cx="10013576" cy="5626467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A9578EF7-112C-8528-DDC7-968170C2F920}"/>
                </a:ext>
              </a:extLst>
            </p:cNvPr>
            <p:cNvSpPr/>
            <p:nvPr/>
          </p:nvSpPr>
          <p:spPr>
            <a:xfrm>
              <a:off x="10020439" y="1680754"/>
              <a:ext cx="1212594" cy="376210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D7EC96C6-0249-ACBE-8D0E-26C2A4FFB2A7}"/>
                </a:ext>
              </a:extLst>
            </p:cNvPr>
            <p:cNvSpPr/>
            <p:nvPr/>
          </p:nvSpPr>
          <p:spPr>
            <a:xfrm>
              <a:off x="8776137" y="1680755"/>
              <a:ext cx="1212593" cy="1388266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368A896-5DE0-62D4-B952-C0BFBE7009F0}"/>
                </a:ext>
              </a:extLst>
            </p:cNvPr>
            <p:cNvSpPr/>
            <p:nvPr/>
          </p:nvSpPr>
          <p:spPr>
            <a:xfrm>
              <a:off x="2603638" y="1041400"/>
              <a:ext cx="4883011" cy="588554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11FAA16-43E0-26D8-4866-BF3A15B1F717}"/>
                </a:ext>
              </a:extLst>
            </p:cNvPr>
            <p:cNvSpPr/>
            <p:nvPr/>
          </p:nvSpPr>
          <p:spPr>
            <a:xfrm>
              <a:off x="1498738" y="1672408"/>
              <a:ext cx="7042012" cy="4188642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114C8041-946A-C8A0-E721-708B3EF30758}"/>
                </a:ext>
              </a:extLst>
            </p:cNvPr>
            <p:cNvCxnSpPr/>
            <p:nvPr/>
          </p:nvCxnSpPr>
          <p:spPr>
            <a:xfrm>
              <a:off x="5524500" y="5861050"/>
              <a:ext cx="0" cy="54610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24DB3D1C-9BD0-CAC8-1902-C8F0D1C766F8}"/>
                </a:ext>
              </a:extLst>
            </p:cNvPr>
            <p:cNvCxnSpPr>
              <a:cxnSpLocks/>
            </p:cNvCxnSpPr>
            <p:nvPr/>
          </p:nvCxnSpPr>
          <p:spPr>
            <a:xfrm>
              <a:off x="5219700" y="793750"/>
              <a:ext cx="0" cy="24765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0859053D-BE75-99ED-73A4-30B2909EC86A}"/>
                </a:ext>
              </a:extLst>
            </p:cNvPr>
            <p:cNvCxnSpPr>
              <a:cxnSpLocks/>
            </p:cNvCxnSpPr>
            <p:nvPr/>
          </p:nvCxnSpPr>
          <p:spPr>
            <a:xfrm>
              <a:off x="9391650" y="1433104"/>
              <a:ext cx="0" cy="24765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FB8E06B-D0DD-AB80-ECCE-4978DDEFC023}"/>
                </a:ext>
              </a:extLst>
            </p:cNvPr>
            <p:cNvCxnSpPr>
              <a:cxnSpLocks/>
            </p:cNvCxnSpPr>
            <p:nvPr/>
          </p:nvCxnSpPr>
          <p:spPr>
            <a:xfrm>
              <a:off x="10591800" y="5442857"/>
              <a:ext cx="0" cy="24765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D83FC17-1831-0560-697A-97B6158FA310}"/>
                </a:ext>
              </a:extLst>
            </p:cNvPr>
            <p:cNvSpPr txBox="1"/>
            <p:nvPr/>
          </p:nvSpPr>
          <p:spPr>
            <a:xfrm>
              <a:off x="4879977" y="566973"/>
              <a:ext cx="6794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/>
                <a:t>Toolbar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70F1F58C-5639-B93A-B17D-C30CAFBFFBDA}"/>
                </a:ext>
              </a:extLst>
            </p:cNvPr>
            <p:cNvSpPr txBox="1"/>
            <p:nvPr/>
          </p:nvSpPr>
          <p:spPr>
            <a:xfrm>
              <a:off x="8648389" y="1188687"/>
              <a:ext cx="172377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/>
                <a:t>Visualization Options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316ADFD7-7B40-6CD6-857B-C9DFB8BAF6C3}"/>
                </a:ext>
              </a:extLst>
            </p:cNvPr>
            <p:cNvSpPr txBox="1"/>
            <p:nvPr/>
          </p:nvSpPr>
          <p:spPr>
            <a:xfrm>
              <a:off x="10075746" y="5642161"/>
              <a:ext cx="11019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/>
                <a:t>Data Explorer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C42A012B-64FA-5F58-1C6A-A1015B4ADD8C}"/>
                </a:ext>
              </a:extLst>
            </p:cNvPr>
            <p:cNvSpPr txBox="1"/>
            <p:nvPr/>
          </p:nvSpPr>
          <p:spPr>
            <a:xfrm>
              <a:off x="5019744" y="6405705"/>
              <a:ext cx="9874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100" dirty="0"/>
                <a:t>Design Area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4758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Breitbild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Dau | Doerffler</dc:creator>
  <cp:lastModifiedBy>Dominik Dau | Doerffler</cp:lastModifiedBy>
  <cp:revision>1</cp:revision>
  <dcterms:created xsi:type="dcterms:W3CDTF">2023-03-01T13:34:14Z</dcterms:created>
  <dcterms:modified xsi:type="dcterms:W3CDTF">2023-03-01T13:48:29Z</dcterms:modified>
</cp:coreProperties>
</file>